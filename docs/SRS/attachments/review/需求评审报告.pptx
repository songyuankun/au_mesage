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 Metal Price Platform｜需求评审报告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版本 0.3.0 · 2026-05-13 · 状态 Draft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解决贵金属价格信息分散、口径不一致与缺少提醒闭环的问题</a:t>
            </a:r>
          </a:p>
          <a:p>
            <a:r>
              <a:t>以“可信数据 + 实时提醒 + 任务型工具”形成差异化</a:t>
            </a:r>
          </a:p>
          <a:p>
            <a:r>
              <a:t>本次评审聚焦：需求可测试、无二义性、100%可追溯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角色与范围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角色：访客、注册用户、管理员、运维</a:t>
            </a:r>
          </a:p>
          <a:p>
            <a:r>
              <a:t>功能性需求条数：25；非功能性需求条数：8</a:t>
            </a:r>
          </a:p>
          <a:p>
            <a:r>
              <a:t>覆盖模块：用户端、管理端、后台服务、接口与安全合规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优先级概览（MoSCoW）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Must（本期不可缺）：17 条</a:t>
            </a:r>
          </a:p>
          <a:p>
            <a:r>
              <a:t>Should（重要可后置）：7 条</a:t>
            </a:r>
          </a:p>
          <a:p>
            <a:r>
              <a:t>建议先交付：数据可信度展示 + SSE提醒稳定性 + 核心概览/趋势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主要风险（Top）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FR-UI-001：数据口径不一致导致展示字段含义不清。</a:t>
            </a:r>
          </a:p>
          <a:p>
            <a:r>
              <a:t>FR-UI-002：缺少后端质量指标支持时难以精准判断状态。</a:t>
            </a:r>
          </a:p>
          <a:p>
            <a:r>
              <a:t>FR-UI-003：高频刷新导致前端性能问题。</a:t>
            </a:r>
          </a:p>
          <a:p>
            <a:r>
              <a:t>FR-UI-004：日汇总口径（收盘/均值）需明确，否则引发误解。</a:t>
            </a:r>
          </a:p>
          <a:p>
            <a:r>
              <a:t>FR-UI-005：数据源不提供OHLC或质量不足导致图表失真。</a:t>
            </a:r>
          </a:p>
          <a:p>
            <a:r>
              <a:t>FR-UI-006：不同数据源价格口径不一致影响比率准确性。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评审结论与行动项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确认需求清单与MoSCoW分级</a:t>
            </a:r>
          </a:p>
          <a:p>
            <a:r>
              <a:t>确认接口字段口径与错误码规范</a:t>
            </a:r>
          </a:p>
          <a:p>
            <a:r>
              <a:t>确认RTM字段：DesignRef/CodeRef/TestRef落地方式</a:t>
            </a:r>
          </a:p>
          <a:p>
            <a:r>
              <a:t>确认运维与可观测指标的SLO/告警阈值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